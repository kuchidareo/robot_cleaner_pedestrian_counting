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10"/>
    <p:restoredTop sz="94663"/>
  </p:normalViewPr>
  <p:slideViewPr>
    <p:cSldViewPr snapToGrid="0" showGuides="1">
      <p:cViewPr varScale="1">
        <p:scale>
          <a:sx n="166" d="100"/>
          <a:sy n="166" d="100"/>
        </p:scale>
        <p:origin x="126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9FD3-6F00-596D-8E15-8351E9D74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20AE6-9670-FC9E-9581-3A5FC6359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B8F6-D81A-60BD-BD7B-6CB7CD23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C2330-CE82-CA43-0292-FAD906CE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AF7-86A9-BDDA-C23F-796A3AD8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1439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07C-7E21-1953-820E-90269BC1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F4E56-B910-CED0-6FBA-2B6AEED84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B4A39-4648-E9C6-10BF-C3013B74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092D-8FBB-6E78-4D39-B2E827B6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9FD15-3AAA-1C87-BB12-6CB40288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2418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AEB9-E4F9-B798-4C76-247EA31A8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799C8-31AA-185A-83AB-9C66A9029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FB202-64FF-CE54-72CB-8F282898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A27FF-8464-AE4A-1505-EB4189F5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17FD2-9FB9-54A9-4F43-510A0BDE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2494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48A5C-A52E-CA4A-8155-4A7194E6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A516-5DC9-0042-3CF0-1628D806D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3204E-97A2-5998-407B-DDDC0BB4F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CE669-EBEC-AEAB-25A8-5CFCA655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20875-395D-E097-66B6-32CF317C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14582-BCD2-7CF0-5819-743BB86D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3460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ADE8-EBE5-104B-F41D-8ED01980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75A2A-15C6-5BB2-3362-7E2F93C3B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65BEE-5100-13DA-F6A0-7DE4703D1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5F423-5D57-C3A4-2CA4-9AC9C2623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EE4D6-5E3D-12FE-69F4-FC7A08A89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7BA79-9818-C755-8584-2F19E91F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C1AAA-0C2F-5746-E9BB-FFCB2483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18922-0C63-027A-9B57-1AD821D7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9908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B65A-2C20-A985-F483-9F33FE62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ADEE0-216A-F46B-C448-256B1CF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7FF0D-DF6F-8F6C-584C-6534C3B90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1FD11-FDF9-2F6C-0258-F3612C85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2578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4B4CD-7037-FFDD-560B-9D765B02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9BD5E-46D5-3FE8-1B29-11B1E926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4AED1-E22B-6537-5601-556BDF4BA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71720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E37B-86A8-765B-6751-F69DBC1C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CC4C8-A378-ED12-7F5C-85DA97A96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8E129-D702-0BC4-FC48-71C1BBB7D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4D5EB-5631-29F4-5BDF-74F97047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3DE47-D79D-0FB2-7D92-812840784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AE35B-9AEE-042D-A600-3BC1E676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1331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3088-FFB4-74AB-083F-ECAFE580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3426D-CF0A-036B-2D4F-EF7BDE874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7742-A7DA-CCE3-4346-0700A4587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714ED-6C21-0683-4D20-BEF6B4B4B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7EC26-6AE6-27D7-3A5F-E06CA24D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3015C-B793-6146-CB8A-04A948EBA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1828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C633-1E86-5D54-DFA2-8330F03F0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58012-7FA6-BCD5-D79C-D82C6A6EC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7B0F1-A3BE-44ED-6826-69D64177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088EC-909D-2609-E036-36DBCB36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DFC94-B639-02EB-5E14-47A12973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2756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77C55C-07ED-EA67-3C7C-19BBB1FB1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B2669-B16F-40FD-10BC-03DEA41F7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23044-D4C8-DC84-DA3E-0D4DD2DF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57DBD-D753-7E94-D87C-C8A284A27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9A686-700E-1B6A-3380-660CC40A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422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D4787-5173-F169-F290-2496FD91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A3D70-DAB8-5B1F-85F9-6C3CE02FD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4E5C9-3D81-6046-80E0-5C73C56E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838CE-C3C5-1044-8991-0BEEB4E8D7BF}" type="datetimeFigureOut">
              <a:rPr lang="en-JP" smtClean="0"/>
              <a:t>2026/02/11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64E5-B58E-46E0-9D34-42D44332B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5B218-059D-A4DE-C686-0AF4CFBA6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F213A-A726-AC4C-86EF-85FD64E011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5622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15E1CCA-CA88-F726-9000-C0BFEFDB7C7C}"/>
              </a:ext>
            </a:extLst>
          </p:cNvPr>
          <p:cNvGrpSpPr/>
          <p:nvPr/>
        </p:nvGrpSpPr>
        <p:grpSpPr>
          <a:xfrm>
            <a:off x="7334728" y="1063292"/>
            <a:ext cx="3393345" cy="4524460"/>
            <a:chOff x="7723605" y="1042272"/>
            <a:chExt cx="3393345" cy="4524460"/>
          </a:xfrm>
        </p:grpSpPr>
        <p:pic>
          <p:nvPicPr>
            <p:cNvPr id="3" name="Picture 2" descr="A graph of a distance and a distance&#10;&#10;AI-generated content may be incorrect.">
              <a:extLst>
                <a:ext uri="{FF2B5EF4-FFF2-40B4-BE49-F238E27FC236}">
                  <a16:creationId xmlns:a16="http://schemas.microsoft.com/office/drawing/2014/main" id="{1A939CEF-743E-89FD-A2F0-0D21E8B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23605" y="1042272"/>
              <a:ext cx="3393345" cy="452446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2AB922-92A2-1C2D-B54A-395D5A08C95A}"/>
                </a:ext>
              </a:extLst>
            </p:cNvPr>
            <p:cNvSpPr/>
            <p:nvPr/>
          </p:nvSpPr>
          <p:spPr>
            <a:xfrm>
              <a:off x="7772960" y="1543228"/>
              <a:ext cx="315310" cy="13348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E3B459-73AC-9A88-C2E8-5B002A068B20}"/>
                </a:ext>
              </a:extLst>
            </p:cNvPr>
            <p:cNvSpPr/>
            <p:nvPr/>
          </p:nvSpPr>
          <p:spPr>
            <a:xfrm>
              <a:off x="7828193" y="3428999"/>
              <a:ext cx="315310" cy="13348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F76CFD-7FFB-057D-BC66-AD59F7287B0E}"/>
              </a:ext>
            </a:extLst>
          </p:cNvPr>
          <p:cNvGrpSpPr/>
          <p:nvPr/>
        </p:nvGrpSpPr>
        <p:grpSpPr>
          <a:xfrm>
            <a:off x="4287085" y="1081681"/>
            <a:ext cx="3393346" cy="4524461"/>
            <a:chOff x="4455254" y="1081681"/>
            <a:chExt cx="3393346" cy="4524461"/>
          </a:xfrm>
        </p:grpSpPr>
        <p:pic>
          <p:nvPicPr>
            <p:cNvPr id="7" name="Picture 6" descr="A graph of a line and a line graph&#10;&#10;AI-generated content may be incorrect.">
              <a:extLst>
                <a:ext uri="{FF2B5EF4-FFF2-40B4-BE49-F238E27FC236}">
                  <a16:creationId xmlns:a16="http://schemas.microsoft.com/office/drawing/2014/main" id="{72C52E3A-B752-3482-ED0E-201A805B8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55254" y="1081681"/>
              <a:ext cx="3393346" cy="4524461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B33C5E6-C00F-C351-A259-7EFAB72184B5}"/>
                </a:ext>
              </a:extLst>
            </p:cNvPr>
            <p:cNvSpPr/>
            <p:nvPr/>
          </p:nvSpPr>
          <p:spPr>
            <a:xfrm>
              <a:off x="4529959" y="1418897"/>
              <a:ext cx="315310" cy="13348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D3B834-B854-D320-D80B-589428BC3FE5}"/>
                </a:ext>
              </a:extLst>
            </p:cNvPr>
            <p:cNvSpPr/>
            <p:nvPr/>
          </p:nvSpPr>
          <p:spPr>
            <a:xfrm>
              <a:off x="4550979" y="3429000"/>
              <a:ext cx="315310" cy="13348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pic>
        <p:nvPicPr>
          <p:cNvPr id="9" name="Picture 8" descr="A graph of a line graph&#10;&#10;AI-generated content may be incorrect.">
            <a:extLst>
              <a:ext uri="{FF2B5EF4-FFF2-40B4-BE49-F238E27FC236}">
                <a16:creationId xmlns:a16="http://schemas.microsoft.com/office/drawing/2014/main" id="{329B3886-CEA0-3231-A7F9-CA637BC85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542" y="1081681"/>
            <a:ext cx="3393346" cy="452446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F947908-F200-451E-17F1-66E02C8F70EF}"/>
              </a:ext>
            </a:extLst>
          </p:cNvPr>
          <p:cNvSpPr/>
          <p:nvPr/>
        </p:nvSpPr>
        <p:spPr>
          <a:xfrm rot="2918332">
            <a:off x="5299071" y="3915849"/>
            <a:ext cx="1967594" cy="262949"/>
          </a:xfrm>
          <a:prstGeom prst="rect">
            <a:avLst/>
          </a:prstGeom>
          <a:solidFill>
            <a:srgbClr val="C00000">
              <a:alpha val="2621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193CE1-0674-5869-8039-BED926C374CD}"/>
              </a:ext>
            </a:extLst>
          </p:cNvPr>
          <p:cNvSpPr/>
          <p:nvPr/>
        </p:nvSpPr>
        <p:spPr>
          <a:xfrm>
            <a:off x="5325346" y="977460"/>
            <a:ext cx="315310" cy="135751"/>
          </a:xfrm>
          <a:prstGeom prst="rect">
            <a:avLst/>
          </a:prstGeom>
          <a:solidFill>
            <a:srgbClr val="C00000">
              <a:alpha val="2621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B90774-9EEE-ADFD-28C8-137753CF9C85}"/>
              </a:ext>
            </a:extLst>
          </p:cNvPr>
          <p:cNvSpPr txBox="1"/>
          <p:nvPr/>
        </p:nvSpPr>
        <p:spPr>
          <a:xfrm>
            <a:off x="5713017" y="874820"/>
            <a:ext cx="2139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Arial" panose="020B0604020202020204" pitchFamily="34" charset="0"/>
                <a:cs typeface="Arial" panose="020B0604020202020204" pitchFamily="34" charset="0"/>
              </a:rPr>
              <a:t>Approaching time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A12900-BB72-FCF6-8FAF-8FE1F2F5B1D2}"/>
              </a:ext>
            </a:extLst>
          </p:cNvPr>
          <p:cNvSpPr txBox="1"/>
          <p:nvPr/>
        </p:nvSpPr>
        <p:spPr>
          <a:xfrm>
            <a:off x="2526615" y="5507952"/>
            <a:ext cx="2139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Arial" panose="020B0604020202020204" pitchFamily="34" charset="0"/>
                <a:cs typeface="Arial" panose="020B0604020202020204" pitchFamily="34" charset="0"/>
              </a:rPr>
              <a:t>(a) Without wall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78A1D1-EDF9-8D01-D5D1-1A6DA6B0D2C9}"/>
              </a:ext>
            </a:extLst>
          </p:cNvPr>
          <p:cNvSpPr txBox="1"/>
          <p:nvPr/>
        </p:nvSpPr>
        <p:spPr>
          <a:xfrm>
            <a:off x="5314577" y="5507951"/>
            <a:ext cx="2139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Arial" panose="020B0604020202020204" pitchFamily="34" charset="0"/>
                <a:cs typeface="Arial" panose="020B0604020202020204" pitchFamily="34" charset="0"/>
              </a:rPr>
              <a:t>(b) Approaching to wall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6A2F75-25B4-FDBB-BA8C-3C536EA9A127}"/>
              </a:ext>
            </a:extLst>
          </p:cNvPr>
          <p:cNvSpPr txBox="1"/>
          <p:nvPr/>
        </p:nvSpPr>
        <p:spPr>
          <a:xfrm>
            <a:off x="8014700" y="5507951"/>
            <a:ext cx="2979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Arial" panose="020B0604020202020204" pitchFamily="34" charset="0"/>
                <a:cs typeface="Arial" panose="020B0604020202020204" pitchFamily="34" charset="0"/>
              </a:rPr>
              <a:t>(c) PIR reduces False Positive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9B700-BD67-F95A-8689-337390E98E35}"/>
              </a:ext>
            </a:extLst>
          </p:cNvPr>
          <p:cNvSpPr/>
          <p:nvPr/>
        </p:nvSpPr>
        <p:spPr>
          <a:xfrm flipV="1">
            <a:off x="3177941" y="1265610"/>
            <a:ext cx="315310" cy="3680462"/>
          </a:xfrm>
          <a:prstGeom prst="rect">
            <a:avLst/>
          </a:prstGeom>
          <a:solidFill>
            <a:schemeClr val="accent1">
              <a:alpha val="2621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C0E03B-ADEE-1159-395B-51970D2A2B68}"/>
              </a:ext>
            </a:extLst>
          </p:cNvPr>
          <p:cNvSpPr/>
          <p:nvPr/>
        </p:nvSpPr>
        <p:spPr>
          <a:xfrm>
            <a:off x="2211305" y="974396"/>
            <a:ext cx="315310" cy="135750"/>
          </a:xfrm>
          <a:prstGeom prst="rect">
            <a:avLst/>
          </a:prstGeom>
          <a:solidFill>
            <a:schemeClr val="accent1">
              <a:alpha val="2621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728CF-32E3-C5DC-06C0-9BBE8B68CFC5}"/>
              </a:ext>
            </a:extLst>
          </p:cNvPr>
          <p:cNvSpPr txBox="1"/>
          <p:nvPr/>
        </p:nvSpPr>
        <p:spPr>
          <a:xfrm>
            <a:off x="2578690" y="879774"/>
            <a:ext cx="2139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Arial" panose="020B0604020202020204" pitchFamily="34" charset="0"/>
                <a:cs typeface="Arial" panose="020B0604020202020204" pitchFamily="34" charset="0"/>
              </a:rPr>
              <a:t>Pedestrian crossing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872065-0689-2968-DB93-DFCC6BA38AF2}"/>
              </a:ext>
            </a:extLst>
          </p:cNvPr>
          <p:cNvSpPr/>
          <p:nvPr/>
        </p:nvSpPr>
        <p:spPr>
          <a:xfrm flipV="1">
            <a:off x="5882638" y="1265610"/>
            <a:ext cx="315310" cy="3680462"/>
          </a:xfrm>
          <a:prstGeom prst="rect">
            <a:avLst/>
          </a:prstGeom>
          <a:solidFill>
            <a:schemeClr val="accent1">
              <a:alpha val="2621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EBC46C-9BCA-DD76-5DAA-74E785F7524E}"/>
              </a:ext>
            </a:extLst>
          </p:cNvPr>
          <p:cNvSpPr txBox="1"/>
          <p:nvPr/>
        </p:nvSpPr>
        <p:spPr>
          <a:xfrm>
            <a:off x="9085047" y="4400058"/>
            <a:ext cx="1605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Erratic </a:t>
            </a:r>
            <a:r>
              <a:rPr lang="en-JP" sz="1400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5115CF-FCDF-DE6E-304D-CB09E76487BF}"/>
              </a:ext>
            </a:extLst>
          </p:cNvPr>
          <p:cNvSpPr/>
          <p:nvPr/>
        </p:nvSpPr>
        <p:spPr>
          <a:xfrm>
            <a:off x="9208788" y="4009360"/>
            <a:ext cx="409948" cy="409948"/>
          </a:xfrm>
          <a:prstGeom prst="ellipse">
            <a:avLst/>
          </a:prstGeom>
          <a:solidFill>
            <a:schemeClr val="tx1">
              <a:lumMod val="50000"/>
              <a:lumOff val="5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5565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Reo Kuchida</dc:creator>
  <cp:lastModifiedBy>Reo Kuchida</cp:lastModifiedBy>
  <cp:revision>3</cp:revision>
  <dcterms:created xsi:type="dcterms:W3CDTF">2026-02-11T10:03:05Z</dcterms:created>
  <dcterms:modified xsi:type="dcterms:W3CDTF">2026-02-11T10:34:42Z</dcterms:modified>
</cp:coreProperties>
</file>